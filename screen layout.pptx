
<file path=[Content_Types].xml><?xml version="1.0" encoding="utf-8"?>
<Types xmlns="http://schemas.openxmlformats.org/package/2006/content-types">
  <Default Extension="jpeg" ContentType="image/jpeg"/>
  <Default Extension="org&amp;utm_campaign=index&amp;utm_content=original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199313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8"/>
    <p:restoredTop sz="94694"/>
  </p:normalViewPr>
  <p:slideViewPr>
    <p:cSldViewPr snapToGrid="0">
      <p:cViewPr varScale="1">
        <p:scale>
          <a:sx n="89" d="100"/>
          <a:sy n="89" d="100"/>
        </p:scale>
        <p:origin x="1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472842"/>
            <a:ext cx="6119416" cy="313317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726842"/>
            <a:ext cx="5399485" cy="2172804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4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2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243638"/>
            <a:ext cx="6209407" cy="3743557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022610"/>
            <a:ext cx="6209407" cy="1968648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3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395710"/>
            <a:ext cx="3059708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395710"/>
            <a:ext cx="3059708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7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79144"/>
            <a:ext cx="6209407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06137"/>
            <a:ext cx="3045646" cy="108119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287331"/>
            <a:ext cx="3045646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06137"/>
            <a:ext cx="3060646" cy="108119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287331"/>
            <a:ext cx="3060646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8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5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7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599969"/>
            <a:ext cx="2321966" cy="209989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295769"/>
            <a:ext cx="3644652" cy="6395505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699862"/>
            <a:ext cx="2321966" cy="5001827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599969"/>
            <a:ext cx="2321966" cy="209989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295769"/>
            <a:ext cx="3644652" cy="6395505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699862"/>
            <a:ext cx="2321966" cy="5001827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9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79142"/>
            <a:ext cx="1552352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79142"/>
            <a:ext cx="4567064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9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79144"/>
            <a:ext cx="6209407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395710"/>
            <a:ext cx="6209407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341240"/>
            <a:ext cx="161984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C8739-0549-3044-8489-8C667930DCF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341240"/>
            <a:ext cx="242976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341240"/>
            <a:ext cx="161984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A0AB7-03C0-3447-8911-A7690FE1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5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org&amp;utm_campaign=index&amp;utm_content=origi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499DC2-D01E-F775-0AFF-7E74E1E58AA9}"/>
              </a:ext>
            </a:extLst>
          </p:cNvPr>
          <p:cNvSpPr/>
          <p:nvPr/>
        </p:nvSpPr>
        <p:spPr>
          <a:xfrm>
            <a:off x="1600200" y="1500189"/>
            <a:ext cx="3843338" cy="55864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FDFFB-CBCE-A8BB-B333-48EB02221B24}"/>
              </a:ext>
            </a:extLst>
          </p:cNvPr>
          <p:cNvSpPr/>
          <p:nvPr/>
        </p:nvSpPr>
        <p:spPr>
          <a:xfrm>
            <a:off x="1728784" y="1757363"/>
            <a:ext cx="600075" cy="314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5A187-E9F1-678F-E0A7-EAF1063A665E}"/>
              </a:ext>
            </a:extLst>
          </p:cNvPr>
          <p:cNvSpPr/>
          <p:nvPr/>
        </p:nvSpPr>
        <p:spPr>
          <a:xfrm>
            <a:off x="2547934" y="1757363"/>
            <a:ext cx="600075" cy="314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Garage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B7DA5A-17F9-85A0-1232-E25748368AD2}"/>
              </a:ext>
            </a:extLst>
          </p:cNvPr>
          <p:cNvSpPr/>
          <p:nvPr/>
        </p:nvSpPr>
        <p:spPr>
          <a:xfrm>
            <a:off x="3367084" y="1757363"/>
            <a:ext cx="600075" cy="314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231018-70E8-1B74-6859-064BD43BB014}"/>
              </a:ext>
            </a:extLst>
          </p:cNvPr>
          <p:cNvSpPr/>
          <p:nvPr/>
        </p:nvSpPr>
        <p:spPr>
          <a:xfrm>
            <a:off x="4186233" y="1757363"/>
            <a:ext cx="600075" cy="314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File:Gear-icon.png - Wikimedia Commons">
            <a:extLst>
              <a:ext uri="{FF2B5EF4-FFF2-40B4-BE49-F238E27FC236}">
                <a16:creationId xmlns:a16="http://schemas.microsoft.com/office/drawing/2014/main" id="{EEC3993C-9DC5-42E6-05EA-246B66AC4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612899"/>
            <a:ext cx="600075" cy="6000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E9E021-2718-FFDD-4AAD-5BD7A9E088BD}"/>
              </a:ext>
            </a:extLst>
          </p:cNvPr>
          <p:cNvSpPr/>
          <p:nvPr/>
        </p:nvSpPr>
        <p:spPr>
          <a:xfrm>
            <a:off x="1728784" y="2212974"/>
            <a:ext cx="3586166" cy="46878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37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3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Kobus Marneweck</dc:creator>
  <cp:lastModifiedBy>Kobus Marneweck</cp:lastModifiedBy>
  <cp:revision>2</cp:revision>
  <dcterms:created xsi:type="dcterms:W3CDTF">2026-08-25T17:16:53Z</dcterms:created>
  <dcterms:modified xsi:type="dcterms:W3CDTF">2026-08-25T17:23:20Z</dcterms:modified>
</cp:coreProperties>
</file>